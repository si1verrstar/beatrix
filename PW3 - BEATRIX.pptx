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035B-45AF-7863-D455-B01D2AC69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A41AE-6DA7-2631-3B43-A02739982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95311-A54A-819B-B2D3-51D05A5F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70328-4608-74B5-F833-3E5228012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2FD5F-5348-36FC-340C-45C5DB4F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442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0771-9805-8AC9-9C55-BD456BC1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8E81F-7ADD-4914-BA5F-2C1B6A600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F9BB2-440E-FB0E-3F56-7BCDCCA0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D553-8A77-C887-EED3-31E4C5F6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2DBCD-A64D-FE40-B5C8-955DC501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24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9233-2ADB-D691-0546-8B5B923F3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0A2C1-F80E-5DCF-6406-66E096A21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2A97D-E0C1-92F1-3F37-AB075F94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52EBD-7FB3-EFAD-3A39-A6208EF3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001CD-654A-7A44-B0C3-AEEE2C7C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77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9D8-27EA-E08A-61E3-87C0E8B8B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EE244-B421-13B5-9D71-40ECA1090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F745D-547B-A27B-A9F1-DC73B7C4D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16380-AC7D-EDFF-D291-927636D7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8B121-175A-92D6-DBB8-EB17A97F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B6F2-DEA8-EA38-B923-01E987F6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17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8D25-E717-CF9D-84E4-EF84D2E4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30B10-84B5-10D9-7F3A-AE7277A20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12A46-29C0-2106-D183-866922C06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69C00-3698-219D-C3A9-E80158B9D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B3CED7-B96A-26EF-29F4-29B5B35ED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2C9BC7-2586-DD7F-3635-4B02ED68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58F00-3C5F-A2E8-4ABE-7DFDA11E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A2CD6-3530-7F28-2AF9-AD5FB2AB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56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8DD2-4122-F10D-9DB4-BE605783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93ABA-F429-0065-20D5-AB3CF2C9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2D580-B462-84CD-515A-AF756337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77C34-1E02-61DF-EB41-4A96A821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880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361A6-FB71-CE3B-F051-1926F5769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BF258-C056-F3AF-FAC2-2B19D96B8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8382E-928F-B1FA-CC63-5D31B9C73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48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4D69-640F-7589-90CD-237F7C55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3296-6C63-9FC9-5A16-8E84074DD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583B-F55F-6D8A-4C39-6FE4674BD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1A1ED-2C34-1E8B-D36D-8E417AD1B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9FD9F-EF5F-3653-6E23-8787B65B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D809D-8FC1-4851-E188-77052D71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623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74A7-9682-6FF4-3481-1146F2CB0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BF15D-6271-D437-9F0F-8689EF253D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784FE-43AD-1F58-B60B-81345BE3B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28263-98B2-EEAA-1E3A-1243AD8F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59570-EA6B-1303-1DCB-0D9967E1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EF27D-B768-E534-DC74-661B2FDE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9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58827-17A0-C36B-C07A-0F877F0E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C9357-9221-4C73-E708-CAC210272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1E65F-198D-A9E6-B799-EE9A276C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7F2CE-AC49-2BDD-BF98-32F1DEF1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D4218-291C-BCE8-94FD-E8CCBE67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044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534FE-414C-2EBC-354E-F36778331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11594-C8F5-5AAA-887C-7FDF89C46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BE871-ABAC-8C34-6469-8B0F8C9F4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49472-337B-7EF4-811B-49A8D9C30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B2A69-EDE8-BA3A-2850-AE1C0ED0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555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0B67E-0522-A520-F621-28E95D01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DC9C6-EBF1-5FE9-DE68-C3D6C4FF2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C81D9-C6A1-773D-3CAC-3A99249C5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6C84A-C887-483E-96B5-68531DCAA4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411A1-FC35-EE7B-1ADB-19AC8463A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20B82-7396-73C5-6C8F-B7C424B2A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AE46C-870C-4BFF-9C51-461122F81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40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0B648-B1B7-A746-7EDE-1EB6987877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PW3 - BEATRIX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93D30-8BED-9518-EA43-AE12A591D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5423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Aya Woolf – ltw31</a:t>
            </a:r>
          </a:p>
          <a:p>
            <a:r>
              <a:rPr lang="en-GB" dirty="0"/>
              <a:t>Charlie-Ray Foxwell – crf38</a:t>
            </a:r>
          </a:p>
          <a:p>
            <a:r>
              <a:rPr lang="en-GB" dirty="0"/>
              <a:t>Jack Hodges – jph82</a:t>
            </a:r>
          </a:p>
          <a:p>
            <a:r>
              <a:rPr lang="en-GB" dirty="0"/>
              <a:t>Oscar Williams – ow557</a:t>
            </a:r>
          </a:p>
          <a:p>
            <a:r>
              <a:rPr lang="en-GB" dirty="0"/>
              <a:t>Shania </a:t>
            </a:r>
            <a:r>
              <a:rPr lang="en-GB" dirty="0" err="1"/>
              <a:t>Abeyewardene</a:t>
            </a:r>
            <a:r>
              <a:rPr lang="en-GB" dirty="0"/>
              <a:t> – saa335</a:t>
            </a:r>
          </a:p>
          <a:p>
            <a:r>
              <a:rPr lang="en-GB" dirty="0"/>
              <a:t>Will Crook – wpfc20</a:t>
            </a:r>
          </a:p>
        </p:txBody>
      </p:sp>
    </p:spTree>
    <p:extLst>
      <p:ext uri="{BB962C8B-B14F-4D97-AF65-F5344CB8AC3E}">
        <p14:creationId xmlns:p14="http://schemas.microsoft.com/office/powerpoint/2010/main" val="225051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PW3 - BEATRIX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 woolf</dc:creator>
  <cp:lastModifiedBy>aya woolf</cp:lastModifiedBy>
  <cp:revision>1</cp:revision>
  <dcterms:created xsi:type="dcterms:W3CDTF">2026-03-05T12:41:32Z</dcterms:created>
  <dcterms:modified xsi:type="dcterms:W3CDTF">2026-03-05T12:41:54Z</dcterms:modified>
</cp:coreProperties>
</file>